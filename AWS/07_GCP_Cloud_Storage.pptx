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73152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6389688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838200" y="2819400"/>
            <a:ext cx="6477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7467601" y="1219200"/>
            <a:ext cx="792163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716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8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966" y="6261306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8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3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31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1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7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3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40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40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853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907" y="6247727"/>
            <a:ext cx="374823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85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8001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50"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5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5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8153401" y="152400"/>
            <a:ext cx="792163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35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457200" y="1524000"/>
            <a:ext cx="75438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350"/>
          </a:p>
        </p:txBody>
      </p:sp>
    </p:spTree>
    <p:extLst>
      <p:ext uri="{BB962C8B-B14F-4D97-AF65-F5344CB8AC3E}">
        <p14:creationId xmlns:p14="http://schemas.microsoft.com/office/powerpoint/2010/main" val="422294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925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925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260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740569" indent="-220266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960835" indent="-219075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98960" indent="-23693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Google 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Understanding object storage on Google Cloud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Cloud Platform (GCP)?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suite of cloud computing services by Google</a:t>
            </a:r>
          </a:p>
          <a:p>
            <a:pPr marL="0" indent="0">
              <a:buNone/>
            </a:pPr>
            <a:r>
              <a:rPr dirty="0"/>
              <a:t>• Offers computing, storage, databases, ML, and networking</a:t>
            </a:r>
          </a:p>
          <a:p>
            <a:pPr marL="0" indent="0">
              <a:buNone/>
            </a:pPr>
            <a:r>
              <a:rPr dirty="0"/>
              <a:t>• Global infrastructure with high reliability</a:t>
            </a:r>
          </a:p>
          <a:p>
            <a:pPr marL="0" indent="0">
              <a:buNone/>
            </a:pPr>
            <a:r>
              <a:rPr dirty="0"/>
              <a:t>• Includes Compute Engine, App Engine, and Cloud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Storage?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Object storage for unstructured data</a:t>
            </a:r>
          </a:p>
          <a:p>
            <a:pPr marL="0" indent="0">
              <a:buNone/>
            </a:pPr>
            <a:r>
              <a:rPr dirty="0"/>
              <a:t>• Scalable, secure, and durable storage solution</a:t>
            </a:r>
          </a:p>
          <a:p>
            <a:pPr marL="0" indent="0">
              <a:buNone/>
            </a:pPr>
            <a:r>
              <a:rPr dirty="0"/>
              <a:t>• Accessible via APIs, SDKs, or GCP Console</a:t>
            </a:r>
          </a:p>
          <a:p>
            <a:pPr marL="0" indent="0">
              <a:buNone/>
            </a:pPr>
            <a:r>
              <a:rPr dirty="0"/>
              <a:t>• Ideal for backups, media, and big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Concepts: Buckets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**Buckets**: Containers that hold your data</a:t>
            </a:r>
          </a:p>
          <a:p>
            <a:pPr marL="0" indent="0">
              <a:buNone/>
            </a:pPr>
            <a:r>
              <a:rPr dirty="0"/>
              <a:t>• **Objects**: Individual files and their metadata</a:t>
            </a:r>
          </a:p>
          <a:p>
            <a:pPr marL="0" indent="0">
              <a:buNone/>
            </a:pPr>
            <a:r>
              <a:rPr dirty="0"/>
              <a:t>• **Global namespace** – unique bucket names</a:t>
            </a:r>
          </a:p>
          <a:p>
            <a:pPr marL="0" indent="0">
              <a:buNone/>
            </a:pPr>
            <a:r>
              <a:rPr dirty="0"/>
              <a:t>• Data accessed via URL or API endpoints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Classes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Different classes for cost and access frequency</a:t>
            </a:r>
          </a:p>
          <a:p>
            <a:pPr marL="0" indent="0">
              <a:buNone/>
            </a:pPr>
            <a:r>
              <a:rPr dirty="0"/>
              <a:t>• Standard – frequent access</a:t>
            </a:r>
          </a:p>
          <a:p>
            <a:pPr marL="0" indent="0">
              <a:buNone/>
            </a:pPr>
            <a:r>
              <a:rPr dirty="0"/>
              <a:t>• Nearline – monthly access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Coldline</a:t>
            </a:r>
            <a:r>
              <a:rPr dirty="0"/>
              <a:t> – quarterly access</a:t>
            </a:r>
          </a:p>
          <a:p>
            <a:pPr marL="0" indent="0">
              <a:buNone/>
            </a:pPr>
            <a:r>
              <a:rPr dirty="0"/>
              <a:t>• Archive – yearly or rare 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Storage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For frequently accessed data</a:t>
            </a:r>
          </a:p>
          <a:p>
            <a:pPr marL="0" indent="0">
              <a:buNone/>
            </a:pPr>
            <a:r>
              <a:rPr dirty="0"/>
              <a:t>• Low latency and high throughput</a:t>
            </a:r>
          </a:p>
          <a:p>
            <a:pPr marL="0" indent="0">
              <a:buNone/>
            </a:pPr>
            <a:r>
              <a:rPr dirty="0"/>
              <a:t>• Ideal for websites, apps, and streaming</a:t>
            </a:r>
          </a:p>
          <a:p>
            <a:pPr marL="0" indent="0">
              <a:buNone/>
            </a:pPr>
            <a:r>
              <a:rPr dirty="0"/>
              <a:t>• Multi-region or region-specific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Nearline, Coldline, and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**Nearline** – low-cost for infrequent access (once a month)</a:t>
            </a:r>
          </a:p>
          <a:p>
            <a:pPr marL="0" indent="0">
              <a:buNone/>
            </a:pPr>
            <a:r>
              <a:rPr dirty="0"/>
              <a:t>• **</a:t>
            </a:r>
            <a:r>
              <a:rPr dirty="0" err="1"/>
              <a:t>Coldline</a:t>
            </a:r>
            <a:r>
              <a:rPr dirty="0"/>
              <a:t>** – long-term, lower cost (once a quarter)</a:t>
            </a:r>
          </a:p>
          <a:p>
            <a:pPr marL="0" indent="0">
              <a:buNone/>
            </a:pPr>
            <a:r>
              <a:rPr dirty="0"/>
              <a:t>• **Archive** – lowest cost for rare access</a:t>
            </a:r>
          </a:p>
          <a:p>
            <a:pPr marL="0" indent="0">
              <a:buNone/>
            </a:pPr>
            <a:r>
              <a:rPr dirty="0"/>
              <a:t>• Perfect for backups and compliance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Access &amp;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Access data through REST APIs and JSON/XML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gsutil</a:t>
            </a:r>
            <a:r>
              <a:rPr dirty="0"/>
              <a:t> command-line tool</a:t>
            </a:r>
          </a:p>
          <a:p>
            <a:pPr marL="0" indent="0">
              <a:buNone/>
            </a:pPr>
            <a:r>
              <a:rPr dirty="0"/>
              <a:t>• SDKs for Python, Java, Node.js</a:t>
            </a:r>
          </a:p>
          <a:p>
            <a:pPr marL="0" indent="0">
              <a:buNone/>
            </a:pPr>
            <a:r>
              <a:rPr dirty="0"/>
              <a:t>• Integration with </a:t>
            </a:r>
            <a:r>
              <a:rPr dirty="0" err="1"/>
              <a:t>BigQuery</a:t>
            </a:r>
            <a:r>
              <a:rPr dirty="0"/>
              <a:t>, AI tools, and Dataflow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IAM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Identity and Access Management (IAM) for permissions</a:t>
            </a:r>
          </a:p>
          <a:p>
            <a:pPr marL="0" indent="0">
              <a:buNone/>
            </a:pPr>
            <a:r>
              <a:rPr dirty="0"/>
              <a:t>• Object-level and bucket-level access control</a:t>
            </a:r>
          </a:p>
          <a:p>
            <a:pPr marL="0" indent="0">
              <a:buNone/>
            </a:pPr>
            <a:r>
              <a:rPr dirty="0"/>
              <a:t>• Encryption at rest and in transit</a:t>
            </a:r>
          </a:p>
          <a:p>
            <a:pPr marL="0" indent="0">
              <a:buNone/>
            </a:pPr>
            <a:r>
              <a:rPr dirty="0"/>
              <a:t>• Audit logs for monitoring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Automate transitions between storage classes</a:t>
            </a:r>
          </a:p>
          <a:p>
            <a:pPr marL="0" indent="0">
              <a:buNone/>
            </a:pPr>
            <a:r>
              <a:rPr dirty="0"/>
              <a:t>• Delete old data automatically</a:t>
            </a:r>
          </a:p>
          <a:p>
            <a:pPr marL="0" indent="0">
              <a:buNone/>
            </a:pPr>
            <a:r>
              <a:rPr dirty="0"/>
              <a:t>• Cost optimization using lifecycle rules</a:t>
            </a:r>
          </a:p>
          <a:p>
            <a:pPr marL="0" indent="0">
              <a:buNone/>
            </a:pPr>
            <a:r>
              <a:rPr dirty="0"/>
              <a:t>• Example: Move from Standard → Archive after 180 days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Virtually unlimited scalability</a:t>
            </a:r>
          </a:p>
          <a:p>
            <a:pPr marL="0" indent="0">
              <a:buNone/>
            </a:pPr>
            <a:r>
              <a:rPr dirty="0"/>
              <a:t>• Global edge-caching for low latency</a:t>
            </a:r>
          </a:p>
          <a:p>
            <a:pPr marL="0" indent="0">
              <a:buNone/>
            </a:pPr>
            <a:r>
              <a:rPr dirty="0"/>
              <a:t>• Optimized for parallel uploads/downloads</a:t>
            </a:r>
          </a:p>
          <a:p>
            <a:pPr marL="0" indent="0">
              <a:buNone/>
            </a:pPr>
            <a:r>
              <a:rPr dirty="0"/>
              <a:t>• High availability (99.99% SLA for Standard)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Pay-as-you-go based on:</a:t>
            </a:r>
          </a:p>
          <a:p>
            <a:pPr marL="0" indent="0">
              <a:buNone/>
            </a:pPr>
            <a:r>
              <a:rPr dirty="0"/>
              <a:t>   - Storage size</a:t>
            </a:r>
          </a:p>
          <a:p>
            <a:pPr marL="0" indent="0">
              <a:buNone/>
            </a:pPr>
            <a:r>
              <a:rPr dirty="0"/>
              <a:t>   - Operations performed</a:t>
            </a:r>
          </a:p>
          <a:p>
            <a:pPr marL="0" indent="0">
              <a:buNone/>
            </a:pPr>
            <a:r>
              <a:rPr dirty="0"/>
              <a:t>   - Data retrieval frequency</a:t>
            </a:r>
          </a:p>
          <a:p>
            <a:pPr marL="0" indent="0">
              <a:buNone/>
            </a:pPr>
            <a:r>
              <a:rPr dirty="0"/>
              <a:t>• Sustained-use discounts and free tier available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Backup and disaster recovery</a:t>
            </a:r>
          </a:p>
          <a:p>
            <a:pPr marL="0" indent="0">
              <a:buNone/>
            </a:pPr>
            <a:r>
              <a:rPr dirty="0"/>
              <a:t>• Hosting static websites</a:t>
            </a:r>
          </a:p>
          <a:p>
            <a:pPr marL="0" indent="0">
              <a:buNone/>
            </a:pPr>
            <a:r>
              <a:rPr dirty="0"/>
              <a:t>• Data lake for analytics</a:t>
            </a:r>
          </a:p>
          <a:p>
            <a:pPr marL="0" indent="0">
              <a:buNone/>
            </a:pPr>
            <a:r>
              <a:rPr dirty="0"/>
              <a:t>• Media storage (images, videos)</a:t>
            </a:r>
          </a:p>
          <a:p>
            <a:pPr marL="0" indent="0">
              <a:buNone/>
            </a:pPr>
            <a:r>
              <a:rPr dirty="0"/>
              <a:t>• Archiving and compliance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Learners Point</Template>
  <TotalTime>2</TotalTime>
  <Words>437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Wingdings</vt:lpstr>
      <vt:lpstr>Learners Point</vt:lpstr>
      <vt:lpstr>Introduction to Google Cloud Storage</vt:lpstr>
      <vt:lpstr>What is Google Cloud Platform (GCP)?</vt:lpstr>
      <vt:lpstr>What is Cloud Storage?</vt:lpstr>
      <vt:lpstr>Key Concepts: Buckets and Objects</vt:lpstr>
      <vt:lpstr>Storage Classes Overview</vt:lpstr>
      <vt:lpstr>Standard Storage Class</vt:lpstr>
      <vt:lpstr>Nearline, Coldline, and Archive</vt:lpstr>
      <vt:lpstr>Data Access &amp; APIs</vt:lpstr>
      <vt:lpstr>Security &amp; IAM</vt:lpstr>
      <vt:lpstr>Lifecycle Management</vt:lpstr>
      <vt:lpstr>Performance &amp; Scalability</vt:lpstr>
      <vt:lpstr>Pricing Model</vt:lpstr>
      <vt:lpstr>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Jasdhir Singh</cp:lastModifiedBy>
  <cp:revision>2</cp:revision>
  <dcterms:created xsi:type="dcterms:W3CDTF">2013-01-27T09:14:16Z</dcterms:created>
  <dcterms:modified xsi:type="dcterms:W3CDTF">2025-10-14T07:03:24Z</dcterms:modified>
  <cp:category/>
</cp:coreProperties>
</file>
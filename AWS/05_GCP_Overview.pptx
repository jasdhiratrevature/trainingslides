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CF21F-1E2B-4A58-BE5F-397FE757CB0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AAD76-6FD6-45EC-8BB2-E9E6B6B9A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042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73152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457200"/>
            <a:ext cx="6389688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85C4CD14-FFD6-446D-8F19-F78AB95FE128}" type="datetime1">
              <a:rPr lang="en-US" smtClean="0"/>
              <a:t>10/14/2025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838200" y="2819400"/>
            <a:ext cx="6477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7467601" y="1219200"/>
            <a:ext cx="792163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7467601" y="1219200"/>
            <a:ext cx="792163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716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54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8F5D93B-BF30-4B53-8218-6CD3FDAB120B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966" y="6261306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558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C6B1148-2887-4403-9A33-45D54861BFA8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683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D27BA11-E545-480F-B905-3CC5CC53B3F0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431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B8A43D-8C69-422D-88D1-194C2DFC44E5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049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A0E5DCC-CE5F-4A3B-8253-90204A535BC9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045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9A692B0-8901-43A7-AB86-8457845BC376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499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3C9A45-D417-4EB3-97F8-E5014665B3DB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01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CF16BC7-9D1B-4C5D-ABE5-CFBAFEE09991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777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F0F7ED-F45C-45C7-9255-02C4F2B9DC9D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709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40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40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AF8F5E7-D2B3-4575-95AE-53AAC2EA189C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959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9C837664-89F2-4237-B3BD-9952C6161D14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629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8001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750"/>
            </a:lvl1pPr>
          </a:lstStyle>
          <a:p>
            <a:fld id="{42AB39A4-D3AD-482F-829F-833962A663DB}" type="datetime1">
              <a:rPr lang="en-US" smtClean="0"/>
              <a:t>10/14/2025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8153401" y="152400"/>
            <a:ext cx="792163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457200" y="1524000"/>
            <a:ext cx="7543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</p:spTree>
    <p:extLst>
      <p:ext uri="{BB962C8B-B14F-4D97-AF65-F5344CB8AC3E}">
        <p14:creationId xmlns:p14="http://schemas.microsoft.com/office/powerpoint/2010/main" val="1934628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925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519113" indent="-260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740569" indent="-220266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1725" kern="1200">
          <a:solidFill>
            <a:schemeClr val="tx1"/>
          </a:solidFill>
          <a:latin typeface="+mn-lt"/>
          <a:ea typeface="+mn-ea"/>
          <a:cs typeface="+mn-cs"/>
        </a:defRPr>
      </a:lvl3pPr>
      <a:lvl4pPr marL="960835" indent="-219075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98960" indent="-236935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 to Google Cloud Platform (GCP)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Learn the fundamentals of cloud computing and Google Cloud Platform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A3780-BD2A-454B-DC54-F7D7B25BD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Cloud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Delivery of computing services over the Internet</a:t>
            </a:r>
          </a:p>
          <a:p>
            <a:pPr marL="0" indent="0">
              <a:buNone/>
            </a:pPr>
            <a:r>
              <a:rPr dirty="0"/>
              <a:t>• Includes servers, storage, databases, networking, and software</a:t>
            </a:r>
          </a:p>
          <a:p>
            <a:pPr marL="0" indent="0">
              <a:buNone/>
            </a:pPr>
            <a:r>
              <a:rPr dirty="0"/>
              <a:t>• Benefits: scalability, flexibility, cost efficiency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CC467-097D-735B-A5B1-69CA197DF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Cloud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**IaaS (Infrastructure as a Service)** – Virtual machines and storage (e.g., Compute Engine)</a:t>
            </a:r>
          </a:p>
          <a:p>
            <a:pPr marL="0" indent="0">
              <a:buNone/>
            </a:pPr>
            <a:r>
              <a:rPr dirty="0"/>
              <a:t>• **PaaS (Platform as a Service)** – Managed app platforms (e.g., App Engine)</a:t>
            </a:r>
          </a:p>
          <a:p>
            <a:pPr marL="0" indent="0">
              <a:buNone/>
            </a:pPr>
            <a:r>
              <a:rPr dirty="0"/>
              <a:t>• **SaaS (Software as a Service)** – Hosted software (e.g., Gmail, Google Docs)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61361-3457-8C18-A739-7AF3EA43D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Google Cloud Platform (GCP)?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Suite of cloud computing services by Google</a:t>
            </a:r>
          </a:p>
          <a:p>
            <a:pPr marL="0" indent="0">
              <a:buNone/>
            </a:pPr>
            <a:r>
              <a:rPr dirty="0"/>
              <a:t>• Provides tools for computing, storage, AI, and analytics</a:t>
            </a:r>
          </a:p>
          <a:p>
            <a:pPr marL="0" indent="0">
              <a:buNone/>
            </a:pPr>
            <a:r>
              <a:rPr dirty="0"/>
              <a:t>• Enables businesses and developers to run workloads on Google’s infrastructure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3DEE8-E7C1-A5A2-A90D-00B931FFF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Google’s Global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35+ regions and 100+ zones worldwide</a:t>
            </a:r>
          </a:p>
          <a:p>
            <a:pPr marL="0" indent="0">
              <a:buNone/>
            </a:pPr>
            <a:r>
              <a:rPr dirty="0"/>
              <a:t>• Private global fiber network for speed and reliability</a:t>
            </a:r>
          </a:p>
          <a:p>
            <a:pPr marL="0" indent="0">
              <a:buNone/>
            </a:pPr>
            <a:r>
              <a:rPr dirty="0"/>
              <a:t>• Redundant, secure data centers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1E801-DEB2-8FAA-A606-CBE4565C8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GCP Core Services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Compute Services – virtual machines and containers</a:t>
            </a:r>
          </a:p>
          <a:p>
            <a:pPr marL="0" indent="0">
              <a:buNone/>
            </a:pPr>
            <a:r>
              <a:rPr dirty="0"/>
              <a:t>• Storage &amp; Databases – data persistence</a:t>
            </a:r>
          </a:p>
          <a:p>
            <a:pPr marL="0" indent="0">
              <a:buNone/>
            </a:pPr>
            <a:r>
              <a:rPr dirty="0"/>
              <a:t>• Networking – secure connectivity</a:t>
            </a:r>
          </a:p>
          <a:p>
            <a:pPr marL="0" indent="0">
              <a:buNone/>
            </a:pPr>
            <a:r>
              <a:rPr dirty="0"/>
              <a:t>• AI &amp; ML – advanced analytics and intelligence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B95B0-CECF-576F-861F-F622F838A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**Compute Engine** – virtual machines (IaaS)</a:t>
            </a:r>
          </a:p>
          <a:p>
            <a:pPr marL="0" indent="0">
              <a:buNone/>
            </a:pPr>
            <a:r>
              <a:rPr dirty="0"/>
              <a:t>• **Google Kubernetes Engine (GKE)** – container orchestration</a:t>
            </a:r>
          </a:p>
          <a:p>
            <a:pPr marL="0" indent="0">
              <a:buNone/>
            </a:pPr>
            <a:r>
              <a:rPr dirty="0"/>
              <a:t>• **Cloud Run** – run containers </a:t>
            </a:r>
            <a:r>
              <a:rPr dirty="0" err="1"/>
              <a:t>serverlessly</a:t>
            </a:r>
            <a:endParaRPr dirty="0"/>
          </a:p>
          <a:p>
            <a:pPr marL="0" indent="0">
              <a:buNone/>
            </a:pPr>
            <a:r>
              <a:rPr dirty="0"/>
              <a:t>• **App Engine** – fully managed app hosting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6E055-5024-8B4B-1753-3FF8B72A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**Cloud Storage** – object storage for unstructured data</a:t>
            </a:r>
          </a:p>
          <a:p>
            <a:pPr marL="0" indent="0">
              <a:buNone/>
            </a:pPr>
            <a:r>
              <a:rPr dirty="0"/>
              <a:t>• **</a:t>
            </a:r>
            <a:r>
              <a:rPr dirty="0" err="1"/>
              <a:t>Filestore</a:t>
            </a:r>
            <a:r>
              <a:rPr dirty="0"/>
              <a:t>** – file system for applications</a:t>
            </a:r>
          </a:p>
          <a:p>
            <a:pPr marL="0" indent="0">
              <a:buNone/>
            </a:pPr>
            <a:r>
              <a:rPr dirty="0"/>
              <a:t>• **Persistent Disks** – block storage for Compute Engine</a:t>
            </a:r>
          </a:p>
          <a:p>
            <a:pPr marL="0" indent="0">
              <a:buNone/>
            </a:pPr>
            <a:r>
              <a:rPr dirty="0"/>
              <a:t>• **Archival options** for backup and compliance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11200-E705-0C34-EE32-4584AA02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**Cloud SQL** – managed relational databases</a:t>
            </a:r>
          </a:p>
          <a:p>
            <a:pPr marL="0" indent="0">
              <a:buNone/>
            </a:pPr>
            <a:r>
              <a:rPr dirty="0"/>
              <a:t>• **Cloud Spanner** – global relational database</a:t>
            </a:r>
          </a:p>
          <a:p>
            <a:pPr marL="0" indent="0">
              <a:buNone/>
            </a:pPr>
            <a:r>
              <a:rPr dirty="0"/>
              <a:t>• **</a:t>
            </a:r>
            <a:r>
              <a:rPr dirty="0" err="1"/>
              <a:t>Firestore</a:t>
            </a:r>
            <a:r>
              <a:rPr dirty="0"/>
              <a:t>** – NoSQL real-time database</a:t>
            </a:r>
          </a:p>
          <a:p>
            <a:pPr marL="0" indent="0">
              <a:buNone/>
            </a:pPr>
            <a:r>
              <a:rPr dirty="0"/>
              <a:t>• **</a:t>
            </a:r>
            <a:r>
              <a:rPr dirty="0" err="1"/>
              <a:t>BigQuery</a:t>
            </a:r>
            <a:r>
              <a:rPr dirty="0"/>
              <a:t>** – data warehouse for analytics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AEFE9-451E-359F-0819-2887136EA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Networking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**Virtual Private Cloud (VPC)** – custom private networks</a:t>
            </a:r>
          </a:p>
          <a:p>
            <a:pPr marL="0" indent="0">
              <a:buNone/>
            </a:pPr>
            <a:r>
              <a:rPr dirty="0"/>
              <a:t>• **Cloud Load Balancing** – distribute workloads</a:t>
            </a:r>
          </a:p>
          <a:p>
            <a:pPr marL="0" indent="0">
              <a:buNone/>
            </a:pPr>
            <a:r>
              <a:rPr dirty="0"/>
              <a:t>• **Cloud DNS** and **Cloud CDN** for performance</a:t>
            </a:r>
          </a:p>
          <a:p>
            <a:pPr marL="0" indent="0">
              <a:buNone/>
            </a:pPr>
            <a:r>
              <a:rPr dirty="0"/>
              <a:t>• Secure and scalable interconnections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43DE4-3337-DE49-47C5-20CA24BCB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IAM in GCP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Identity and Access Management (IAM) for permissions</a:t>
            </a:r>
          </a:p>
          <a:p>
            <a:pPr marL="0" indent="0">
              <a:buNone/>
            </a:pPr>
            <a:r>
              <a:rPr dirty="0"/>
              <a:t>• Encryption at rest and in transit</a:t>
            </a:r>
          </a:p>
          <a:p>
            <a:pPr marL="0" indent="0">
              <a:buNone/>
            </a:pPr>
            <a:r>
              <a:rPr dirty="0"/>
              <a:t>• Security Command Center for monitoring</a:t>
            </a:r>
          </a:p>
          <a:p>
            <a:pPr marL="0" indent="0">
              <a:buNone/>
            </a:pPr>
            <a:r>
              <a:rPr dirty="0"/>
              <a:t>• Compliance with ISO, SOC, and GDPR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023E1-F9FF-92B9-F954-7FCC92703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&amp; AI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**Vertex AI** – unified ML platform</a:t>
            </a:r>
          </a:p>
          <a:p>
            <a:pPr marL="0" indent="0">
              <a:buNone/>
            </a:pPr>
            <a:r>
              <a:rPr dirty="0"/>
              <a:t>• **Vision AI, Speech-to-Text, and NLP APIs**</a:t>
            </a:r>
          </a:p>
          <a:p>
            <a:pPr marL="0" indent="0">
              <a:buNone/>
            </a:pPr>
            <a:r>
              <a:rPr dirty="0"/>
              <a:t>• Pre-trained models for easy integration</a:t>
            </a:r>
          </a:p>
          <a:p>
            <a:pPr marL="0" indent="0">
              <a:buNone/>
            </a:pPr>
            <a:r>
              <a:rPr dirty="0"/>
              <a:t>• Custom model training and deployment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082B7-01C9-66A6-AB19-B8A1AD5E8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Data &amp; Analytics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**BigQuery** – petabyte-scale data analytics</a:t>
            </a:r>
          </a:p>
          <a:p>
            <a:r>
              <a:t>• **Dataflow** – stream and batch data processing</a:t>
            </a:r>
          </a:p>
          <a:p>
            <a:r>
              <a:t>• **Dataproc** – managed Hadoop and Spark</a:t>
            </a:r>
          </a:p>
          <a:p>
            <a:r>
              <a:t>• **Pub/Sub** – messaging and event streaming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A2E5A-320A-7EB4-F697-EE6877A89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Developer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**Cloud SDK** – command-line interface</a:t>
            </a:r>
          </a:p>
          <a:p>
            <a:pPr marL="0" indent="0">
              <a:buNone/>
            </a:pPr>
            <a:r>
              <a:rPr dirty="0"/>
              <a:t>• **Cloud Shell** – online terminal environment</a:t>
            </a:r>
          </a:p>
          <a:p>
            <a:pPr marL="0" indent="0">
              <a:buNone/>
            </a:pPr>
            <a:r>
              <a:rPr dirty="0"/>
              <a:t>• **Cloud Build** – CI/CD automation</a:t>
            </a:r>
          </a:p>
          <a:p>
            <a:pPr marL="0" indent="0">
              <a:buNone/>
            </a:pPr>
            <a:r>
              <a:rPr dirty="0"/>
              <a:t>• **Source Repositories** – code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5E7C3-A921-397A-F720-4C445A170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Management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**Cloud Monitoring** – track metrics and uptime</a:t>
            </a:r>
          </a:p>
          <a:p>
            <a:pPr marL="0" indent="0">
              <a:buNone/>
            </a:pPr>
            <a:r>
              <a:rPr dirty="0"/>
              <a:t>• **Cloud Logging** – collect and analyze logs</a:t>
            </a:r>
          </a:p>
          <a:p>
            <a:pPr marL="0" indent="0">
              <a:buNone/>
            </a:pPr>
            <a:r>
              <a:rPr dirty="0"/>
              <a:t>• **Operations Suite** – integrated monitoring platform</a:t>
            </a:r>
          </a:p>
          <a:p>
            <a:pPr marL="0" indent="0">
              <a:buNone/>
            </a:pPr>
            <a:r>
              <a:rPr dirty="0"/>
              <a:t>• **Error Reporting &amp; Trace** for debugging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5CE14-1661-34A5-70E8-4E77C24E0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and Billing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Pay-as-you-go model</a:t>
            </a:r>
          </a:p>
          <a:p>
            <a:pPr marL="0" indent="0">
              <a:buNone/>
            </a:pPr>
            <a:r>
              <a:rPr dirty="0"/>
              <a:t>• Sustained and committed-use discounts</a:t>
            </a:r>
          </a:p>
          <a:p>
            <a:pPr marL="0" indent="0">
              <a:buNone/>
            </a:pPr>
            <a:r>
              <a:rPr dirty="0"/>
              <a:t>• Billing dashboard and budget alerts</a:t>
            </a:r>
          </a:p>
          <a:p>
            <a:pPr marL="0" indent="0">
              <a:buNone/>
            </a:pPr>
            <a:r>
              <a:rPr dirty="0"/>
              <a:t>• Cost calculator for estimation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CFABC-9444-871C-EA44-20379DF5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GCP Free Tier &amp; Student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Free tier includes limited use of core services</a:t>
            </a:r>
          </a:p>
          <a:p>
            <a:pPr marL="0" indent="0">
              <a:buNone/>
            </a:pPr>
            <a:r>
              <a:rPr dirty="0"/>
              <a:t>• $300 in credits for new users (valid 90 days)</a:t>
            </a:r>
          </a:p>
          <a:p>
            <a:pPr marL="0" indent="0">
              <a:buNone/>
            </a:pPr>
            <a:r>
              <a:rPr dirty="0"/>
              <a:t>• Google Cloud Skills Boost for learning</a:t>
            </a:r>
          </a:p>
          <a:p>
            <a:pPr marL="0" indent="0">
              <a:buNone/>
            </a:pPr>
            <a:r>
              <a:rPr dirty="0"/>
              <a:t>• Free training labs and certifications for students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79F8F-E0F4-DE04-FD9D-E465CFDFF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Use Cases &amp; 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Web and mobile app hosting</a:t>
            </a:r>
          </a:p>
          <a:p>
            <a:pPr marL="0" indent="0">
              <a:buNone/>
            </a:pPr>
            <a:r>
              <a:rPr dirty="0"/>
              <a:t>• Data analytics and AI workloads</a:t>
            </a:r>
          </a:p>
          <a:p>
            <a:pPr marL="0" indent="0">
              <a:buNone/>
            </a:pPr>
            <a:r>
              <a:rPr dirty="0"/>
              <a:t>• Video streaming and gaming platforms</a:t>
            </a:r>
          </a:p>
          <a:p>
            <a:pPr marL="0" indent="0">
              <a:buNone/>
            </a:pPr>
            <a:r>
              <a:rPr dirty="0"/>
              <a:t>• IoT and smart devices</a:t>
            </a:r>
          </a:p>
          <a:p>
            <a:pPr marL="0" indent="0">
              <a:buNone/>
            </a:pPr>
            <a:r>
              <a:rPr dirty="0"/>
              <a:t>• Enterprise digital transformation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FD205-F788-BB28-2EB2-F4304F70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Learners Point</Template>
  <TotalTime>2</TotalTime>
  <Words>695</Words>
  <Application>Microsoft Office PowerPoint</Application>
  <PresentationFormat>On-screen Show (4:3)</PresentationFormat>
  <Paragraphs>102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Wingdings</vt:lpstr>
      <vt:lpstr>Learners Point</vt:lpstr>
      <vt:lpstr>Introduction to Google Cloud Platform (GCP)</vt:lpstr>
      <vt:lpstr>What is Cloud Computing?</vt:lpstr>
      <vt:lpstr>Types of Cloud Services</vt:lpstr>
      <vt:lpstr>What is Google Cloud Platform (GCP)?</vt:lpstr>
      <vt:lpstr>Google’s Global Infrastructure</vt:lpstr>
      <vt:lpstr>GCP Core Services Overview</vt:lpstr>
      <vt:lpstr>Compute Services</vt:lpstr>
      <vt:lpstr>Storage Services</vt:lpstr>
      <vt:lpstr>Database Services</vt:lpstr>
      <vt:lpstr>Networking Services</vt:lpstr>
      <vt:lpstr>Security &amp; IAM in GCP</vt:lpstr>
      <vt:lpstr>Machine Learning &amp; AI Services</vt:lpstr>
      <vt:lpstr>Big Data &amp; Analytics Services</vt:lpstr>
      <vt:lpstr>Developer Tools</vt:lpstr>
      <vt:lpstr>Monitoring &amp; Management Tools</vt:lpstr>
      <vt:lpstr>Pricing and Billing Overview</vt:lpstr>
      <vt:lpstr>GCP Free Tier &amp; Student Resources</vt:lpstr>
      <vt:lpstr>Popular Use Cases &amp; Real-World Applications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Jasdhir Singh</cp:lastModifiedBy>
  <cp:revision>3</cp:revision>
  <dcterms:created xsi:type="dcterms:W3CDTF">2013-01-27T09:14:16Z</dcterms:created>
  <dcterms:modified xsi:type="dcterms:W3CDTF">2025-10-14T07:18:19Z</dcterms:modified>
  <cp:category/>
</cp:coreProperties>
</file>
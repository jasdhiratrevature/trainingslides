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DBB8C-EAFE-4FC9-A76A-EB810C649C79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4616F-E0F5-451E-A262-9A8DA7D00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4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5CAFBDA0-5A81-4A41-A829-7211033161F6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92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C407B9-E3E2-48A0-A749-04494B0DD59C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5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E25C57-919B-4194-9741-6B7BA44EB024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9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92C313-D509-4596-8185-000556BF1928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166443-09C4-4054-93FF-47B929AE249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8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68A87F-055F-4397-B2BC-15C73635FFA3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8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E6CB177-4060-45D6-A320-7BD5C8ADD36D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05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99C71F-26A6-4953-851B-87A5412D4A45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D412735-673E-4C61-A5A8-4F1DA18A371E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4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F3B7E0-84CA-49AA-9859-2FA64AFF590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C444D0-1187-4340-AF03-5D3A47AF1A62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51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6FB233D-2ACB-4CAA-9447-C974890FBECB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4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CB678E85-2DD1-453A-898D-55813239518F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218130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Google Cloud Compute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Understanding virtual machines on Google Cloud Platform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61E1B-2FD3-3C02-7968-FB3FA76B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Cloud Platform (GCP)?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suite of cloud computing services by Google</a:t>
            </a:r>
          </a:p>
          <a:p>
            <a:pPr marL="0" indent="0">
              <a:buNone/>
            </a:pPr>
            <a:r>
              <a:rPr dirty="0"/>
              <a:t>• Offers computing, storage, databases, ML, and networking</a:t>
            </a:r>
          </a:p>
          <a:p>
            <a:pPr marL="0" indent="0">
              <a:buNone/>
            </a:pPr>
            <a:r>
              <a:rPr dirty="0"/>
              <a:t>• Competes with AWS and Microsoft Azure</a:t>
            </a:r>
          </a:p>
          <a:p>
            <a:pPr marL="0" indent="0">
              <a:buNone/>
            </a:pPr>
            <a:r>
              <a:rPr dirty="0"/>
              <a:t>• Enables scalable, pay-as-you-go infrastructure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0924B-C9AE-5494-1383-AB4ECD8E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Infrastructure-as-a-Service (IaaS)</a:t>
            </a:r>
          </a:p>
          <a:p>
            <a:pPr marL="0" indent="0">
              <a:buNone/>
            </a:pPr>
            <a:r>
              <a:rPr dirty="0"/>
              <a:t>• Provides virtual machines (VMs) on Google’s infrastructure</a:t>
            </a:r>
          </a:p>
          <a:p>
            <a:pPr marL="0" indent="0">
              <a:buNone/>
            </a:pPr>
            <a:r>
              <a:rPr dirty="0"/>
              <a:t>• Fully customizable instances with global availability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35647-E9C5-E3AF-F829-9962443C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Compute Engine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Users create VM instances using prebuilt or custom images</a:t>
            </a:r>
          </a:p>
          <a:p>
            <a:pPr marL="0" indent="0">
              <a:buNone/>
            </a:pPr>
            <a:r>
              <a:rPr dirty="0"/>
              <a:t>• Runs on Google’s global data centers</a:t>
            </a:r>
          </a:p>
          <a:p>
            <a:pPr marL="0" indent="0">
              <a:buNone/>
            </a:pPr>
            <a:r>
              <a:rPr dirty="0"/>
              <a:t>• Managed via Console, CLI, or API</a:t>
            </a:r>
          </a:p>
          <a:p>
            <a:pPr marL="0" indent="0">
              <a:buNone/>
            </a:pPr>
            <a:r>
              <a:rPr dirty="0"/>
              <a:t>• Supports Linux and Windows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B495A-8FF3-532C-DEFC-F95674C1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Custom machine types</a:t>
            </a:r>
          </a:p>
          <a:p>
            <a:pPr marL="0" indent="0">
              <a:buNone/>
            </a:pPr>
            <a:r>
              <a:rPr dirty="0"/>
              <a:t>• Preemptible VMs (cost-effective temporary instances)</a:t>
            </a:r>
          </a:p>
          <a:p>
            <a:pPr marL="0" indent="0">
              <a:buNone/>
            </a:pPr>
            <a:r>
              <a:rPr dirty="0"/>
              <a:t>• Autoscaling and load balancing</a:t>
            </a:r>
          </a:p>
          <a:p>
            <a:pPr marL="0" indent="0">
              <a:buNone/>
            </a:pPr>
            <a:r>
              <a:rPr dirty="0"/>
              <a:t>• Integration with other GCP services</a:t>
            </a:r>
          </a:p>
          <a:p>
            <a:pPr marL="0" indent="0">
              <a:buNone/>
            </a:pPr>
            <a:r>
              <a:rPr dirty="0"/>
              <a:t>• Persistent disks and snapshots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ACAF7-A0DB-ACCE-E8DA-3F670F01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Machine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General Purpose (E2, N2, N2D)</a:t>
            </a:r>
          </a:p>
          <a:p>
            <a:pPr marL="0" indent="0">
              <a:buNone/>
            </a:pPr>
            <a:r>
              <a:rPr dirty="0"/>
              <a:t>• Compute Optimized (C2, C2D)</a:t>
            </a:r>
          </a:p>
          <a:p>
            <a:pPr marL="0" indent="0">
              <a:buNone/>
            </a:pPr>
            <a:r>
              <a:rPr dirty="0"/>
              <a:t>• Memory Optimized (M2, M3)</a:t>
            </a:r>
          </a:p>
          <a:p>
            <a:pPr marL="0" indent="0">
              <a:buNone/>
            </a:pPr>
            <a:r>
              <a:rPr dirty="0"/>
              <a:t>• Accelerator Optimized (A2 with GPUs/TPUs)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877F-9626-62BF-E426-E5CB164C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Standard and SSD Persistent Disks</a:t>
            </a:r>
          </a:p>
          <a:p>
            <a:pPr marL="0" indent="0">
              <a:buNone/>
            </a:pPr>
            <a:r>
              <a:rPr dirty="0"/>
              <a:t>• Local SSD for high performance</a:t>
            </a:r>
          </a:p>
          <a:p>
            <a:pPr marL="0" indent="0">
              <a:buNone/>
            </a:pPr>
            <a:r>
              <a:rPr dirty="0"/>
              <a:t>• Cloud Storage integration</a:t>
            </a:r>
          </a:p>
          <a:p>
            <a:pPr marL="0" indent="0">
              <a:buNone/>
            </a:pPr>
            <a:r>
              <a:rPr dirty="0"/>
              <a:t>• Snapshots and backups for data protection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7BC3B-FDD9-0E87-13F3-51718546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in Compute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VPC (Virtual Private Cloud) for network isolation</a:t>
            </a:r>
          </a:p>
          <a:p>
            <a:pPr marL="0" indent="0">
              <a:buNone/>
            </a:pPr>
            <a:r>
              <a:rPr dirty="0"/>
              <a:t>• Static &amp; ephemeral IP addresses</a:t>
            </a:r>
          </a:p>
          <a:p>
            <a:pPr marL="0" indent="0">
              <a:buNone/>
            </a:pPr>
            <a:r>
              <a:rPr dirty="0"/>
              <a:t>• Load balancers and Cloud DNS</a:t>
            </a:r>
          </a:p>
          <a:p>
            <a:pPr marL="0" indent="0">
              <a:buNone/>
            </a:pPr>
            <a:r>
              <a:rPr dirty="0"/>
              <a:t>• Firewall rules for access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668DB-74C4-7104-97C1-A660F637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Identity and Access Management (IAM) for permissions</a:t>
            </a:r>
          </a:p>
          <a:p>
            <a:pPr marL="0" indent="0">
              <a:buNone/>
            </a:pPr>
            <a:r>
              <a:rPr dirty="0"/>
              <a:t>• Shielded VMs for security</a:t>
            </a:r>
          </a:p>
          <a:p>
            <a:pPr marL="0" indent="0">
              <a:buNone/>
            </a:pPr>
            <a:r>
              <a:rPr dirty="0"/>
              <a:t>• Encryption at rest and in transit</a:t>
            </a:r>
          </a:p>
          <a:p>
            <a:pPr marL="0" indent="0">
              <a:buNone/>
            </a:pPr>
            <a:r>
              <a:rPr dirty="0"/>
              <a:t>• Compliance with major security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EF3C-C86F-58B9-17DB-8950B415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 only for what you use</a:t>
            </a:r>
          </a:p>
          <a:p>
            <a:pPr marL="0" indent="0">
              <a:buNone/>
            </a:pPr>
            <a:r>
              <a:rPr dirty="0"/>
              <a:t>• Sustained-use discounts</a:t>
            </a:r>
          </a:p>
          <a:p>
            <a:pPr marL="0" indent="0">
              <a:buNone/>
            </a:pPr>
            <a:r>
              <a:rPr dirty="0"/>
              <a:t>• Preemptible VMs for cheaper workloads</a:t>
            </a:r>
          </a:p>
          <a:p>
            <a:pPr marL="0" indent="0">
              <a:buNone/>
            </a:pPr>
            <a:r>
              <a:rPr dirty="0"/>
              <a:t>• Custom machine pricing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32B98-2150-421C-9921-8E2F6998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 hosting and app deployment</a:t>
            </a:r>
          </a:p>
          <a:p>
            <a:pPr marL="0" indent="0">
              <a:buNone/>
            </a:pPr>
            <a:r>
              <a:rPr dirty="0"/>
              <a:t>• High-performance computing</a:t>
            </a:r>
          </a:p>
          <a:p>
            <a:pPr marL="0" indent="0">
              <a:buNone/>
            </a:pPr>
            <a:r>
              <a:rPr dirty="0"/>
              <a:t>• Machine learning workloads</a:t>
            </a:r>
          </a:p>
          <a:p>
            <a:pPr marL="0" indent="0">
              <a:buNone/>
            </a:pPr>
            <a:r>
              <a:rPr dirty="0"/>
              <a:t>• Batch data processing</a:t>
            </a:r>
          </a:p>
          <a:p>
            <a:pPr marL="0" indent="0">
              <a:buNone/>
            </a:pPr>
            <a:r>
              <a:rPr dirty="0"/>
              <a:t>• Game servers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2722F-399A-D2A4-CF6E-8FBAE672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Sign up for GCP free tier ($300 credits)</a:t>
            </a:r>
          </a:p>
          <a:p>
            <a:pPr marL="0" indent="0">
              <a:buNone/>
            </a:pPr>
            <a:r>
              <a:rPr dirty="0"/>
              <a:t>• Use Cloud Console or </a:t>
            </a:r>
            <a:r>
              <a:rPr dirty="0" err="1"/>
              <a:t>gcloud</a:t>
            </a:r>
            <a:r>
              <a:rPr dirty="0"/>
              <a:t> CLI</a:t>
            </a:r>
          </a:p>
          <a:p>
            <a:pPr marL="0" indent="0">
              <a:buNone/>
            </a:pPr>
            <a:r>
              <a:rPr dirty="0"/>
              <a:t>• Deploy your first VM instance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A892B-DB4A-B131-4984-FE1D432C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3</TotalTime>
  <Words>355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Wingdings</vt:lpstr>
      <vt:lpstr>Learners Point</vt:lpstr>
      <vt:lpstr>Google Cloud Compute Engine</vt:lpstr>
      <vt:lpstr>What is Google Cloud Platform (GCP)?</vt:lpstr>
      <vt:lpstr>Introduction to Compute Engine</vt:lpstr>
      <vt:lpstr>How Compute Engine Works</vt:lpstr>
      <vt:lpstr>Key Features</vt:lpstr>
      <vt:lpstr>Virtual Machine Types</vt:lpstr>
      <vt:lpstr>Storage Options</vt:lpstr>
      <vt:lpstr>Networking in Compute Engine</vt:lpstr>
      <vt:lpstr>Security &amp; IAM</vt:lpstr>
      <vt:lpstr>Pricing Model</vt:lpstr>
      <vt:lpstr>Use Cases</vt:lpstr>
      <vt:lpstr>Getting Started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4</cp:revision>
  <dcterms:created xsi:type="dcterms:W3CDTF">2013-01-27T09:14:16Z</dcterms:created>
  <dcterms:modified xsi:type="dcterms:W3CDTF">2025-10-14T06:58:20Z</dcterms:modified>
  <cp:category/>
</cp:coreProperties>
</file>
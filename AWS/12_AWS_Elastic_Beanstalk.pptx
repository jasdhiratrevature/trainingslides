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00645-69AF-48F5-A026-2FF3300CBF3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799A-1A16-453C-AE89-B57ED2D4E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E16AFCE4-ECBA-4721-9D69-85DC9736A6B0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5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E6245D-05E0-4AC8-B4AD-A2B6B77F586C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1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19397A-CBB9-41B9-B4C9-4C751434D976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1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C510B5-1BC4-4333-B4D8-943464E37BE8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4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949554-B8A5-41DD-8682-06C6F40BEEAF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8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937879-FD2C-44A4-A000-AB738C86D735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5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B07754-7839-4910-B4EE-03AA6662CB6A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4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47D041-8DBE-4BE4-B993-86091A239A3E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0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46E3D8-CABB-42D3-A3AB-CDE4EAE9CF70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4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0F33A0-B490-4FAE-95F5-171895E9C279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6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650E7B-1588-4005-8E81-6CB62FC115C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63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4C76517-EBDD-40F7-A39D-AA77C3024660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5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25A78800-3775-4BA2-996F-138EA49CDE7B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240931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AWS Elastic Beanstalk: Simplifying Application Deployment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514E6-D363-0C5D-C650-438D51A43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853C4-B94A-79A8-7D5A-023AA1BE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Elastic Beanstalk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Platform-as-a-Service (PaaS) for deploying and managing applications</a:t>
            </a:r>
          </a:p>
          <a:p>
            <a:pPr marL="0" indent="0">
              <a:buNone/>
            </a:pPr>
            <a:r>
              <a:rPr dirty="0"/>
              <a:t>• Automatically handles infrastructure provisioning, load balancing, and scaling</a:t>
            </a:r>
          </a:p>
          <a:p>
            <a:pPr marL="0" indent="0">
              <a:buNone/>
            </a:pPr>
            <a:r>
              <a:rPr dirty="0"/>
              <a:t>• Developers focus on code, not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0DB-C87C-2C49-FD35-218EF864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of Elastic Beanstalk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Simplifies deployment and scaling</a:t>
            </a:r>
          </a:p>
          <a:p>
            <a:pPr marL="0" indent="0">
              <a:buNone/>
            </a:pPr>
            <a:r>
              <a:rPr dirty="0"/>
              <a:t>• Supports multiple programming languages</a:t>
            </a:r>
          </a:p>
          <a:p>
            <a:pPr marL="0" indent="0">
              <a:buNone/>
            </a:pPr>
            <a:r>
              <a:rPr dirty="0"/>
              <a:t>• Integrated with AWS services (EC2, RDS, S3, CloudWatch)</a:t>
            </a:r>
          </a:p>
          <a:p>
            <a:pPr marL="0" indent="0">
              <a:buNone/>
            </a:pPr>
            <a:r>
              <a:rPr dirty="0"/>
              <a:t>• Automated environment management</a:t>
            </a:r>
          </a:p>
          <a:p>
            <a:pPr marL="0" indent="0">
              <a:buNone/>
            </a:pPr>
            <a:r>
              <a:rPr dirty="0"/>
              <a:t>• Free service — pay only for underlying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FDC4E-D60E-979B-C350-B22C17EB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Java (Tomcat, </a:t>
            </a:r>
            <a:r>
              <a:rPr dirty="0" err="1"/>
              <a:t>Corretto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Python</a:t>
            </a:r>
          </a:p>
          <a:p>
            <a:pPr marL="0" indent="0">
              <a:buNone/>
            </a:pPr>
            <a:r>
              <a:rPr dirty="0"/>
              <a:t>• Node.js</a:t>
            </a:r>
          </a:p>
          <a:p>
            <a:pPr marL="0" indent="0">
              <a:buNone/>
            </a:pPr>
            <a:r>
              <a:rPr dirty="0"/>
              <a:t>• .NET Core</a:t>
            </a:r>
          </a:p>
          <a:p>
            <a:pPr marL="0" indent="0">
              <a:buNone/>
            </a:pPr>
            <a:r>
              <a:rPr dirty="0"/>
              <a:t>• PHP</a:t>
            </a:r>
          </a:p>
          <a:p>
            <a:pPr marL="0" indent="0">
              <a:buNone/>
            </a:pPr>
            <a:r>
              <a:rPr dirty="0"/>
              <a:t>• Ruby</a:t>
            </a:r>
          </a:p>
          <a:p>
            <a:pPr marL="0" indent="0">
              <a:buNone/>
            </a:pPr>
            <a:r>
              <a:rPr dirty="0"/>
              <a:t>• Go</a:t>
            </a:r>
          </a:p>
          <a:p>
            <a:pPr marL="0" indent="0">
              <a:buNone/>
            </a:pPr>
            <a:r>
              <a:rPr dirty="0"/>
              <a:t>• Docker containers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6DAF0-D8D1-923E-F532-E871AFE9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Elastic Beanstalk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Upload your application code</a:t>
            </a:r>
          </a:p>
          <a:p>
            <a:pPr marL="0" indent="0">
              <a:buNone/>
            </a:pPr>
            <a:r>
              <a:rPr dirty="0"/>
              <a:t>• Elastic Beanstalk provisions AWS resources (EC2, ALB, Auto Scaling)</a:t>
            </a:r>
          </a:p>
          <a:p>
            <a:pPr marL="0" indent="0">
              <a:buNone/>
            </a:pPr>
            <a:r>
              <a:rPr dirty="0"/>
              <a:t>• Deploys and monitors your application automatically</a:t>
            </a:r>
          </a:p>
          <a:p>
            <a:pPr marL="0" indent="0">
              <a:buNone/>
            </a:pPr>
            <a:r>
              <a:rPr dirty="0"/>
              <a:t>• Supports rolling updates and blue/green deployments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245C-258E-A9EE-645C-95EB6BEC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Elastic Beanstalk Environment consists of:</a:t>
            </a:r>
          </a:p>
          <a:p>
            <a:pPr marL="0" indent="0">
              <a:buNone/>
            </a:pPr>
            <a:r>
              <a:rPr dirty="0"/>
              <a:t>   - EC2 Instances (compute)</a:t>
            </a:r>
          </a:p>
          <a:p>
            <a:pPr marL="0" indent="0">
              <a:buNone/>
            </a:pPr>
            <a:r>
              <a:rPr dirty="0"/>
              <a:t>   - Load Balancer</a:t>
            </a:r>
          </a:p>
          <a:p>
            <a:pPr marL="0" indent="0">
              <a:buNone/>
            </a:pPr>
            <a:r>
              <a:rPr dirty="0"/>
              <a:t>   - Auto Scaling Group</a:t>
            </a:r>
          </a:p>
          <a:p>
            <a:pPr marL="0" indent="0">
              <a:buNone/>
            </a:pPr>
            <a:r>
              <a:rPr dirty="0"/>
              <a:t>   - S3 (for app versions)</a:t>
            </a:r>
          </a:p>
          <a:p>
            <a:pPr marL="0" indent="0">
              <a:buNone/>
            </a:pPr>
            <a:r>
              <a:rPr dirty="0"/>
              <a:t>   - CloudWatch (for monitoring)</a:t>
            </a:r>
          </a:p>
          <a:p>
            <a:pPr marL="0" indent="0">
              <a:buNone/>
            </a:pPr>
            <a:r>
              <a:rPr dirty="0"/>
              <a:t>• Environment managed by Beanstalk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05A4-083D-68A1-CB8A-C23A6CB1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 Beanstalk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Application – logical container for environments</a:t>
            </a:r>
          </a:p>
          <a:p>
            <a:pPr marL="0" indent="0">
              <a:buNone/>
            </a:pPr>
            <a:r>
              <a:rPr dirty="0"/>
              <a:t>• Environment – specific version deployed (e.g., Dev, Prod)</a:t>
            </a:r>
          </a:p>
          <a:p>
            <a:pPr marL="0" indent="0">
              <a:buNone/>
            </a:pPr>
            <a:r>
              <a:rPr dirty="0"/>
              <a:t>• Configuration Template – settings for environment</a:t>
            </a:r>
          </a:p>
          <a:p>
            <a:pPr marL="0" indent="0">
              <a:buNone/>
            </a:pPr>
            <a:r>
              <a:rPr dirty="0"/>
              <a:t>• Application Version – deployable archive (.zip or .war)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37364-2ECB-784A-2BE8-ACCCB275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**All-at-once** – deploy to all instances simultaneously</a:t>
            </a:r>
          </a:p>
          <a:p>
            <a:pPr marL="0" indent="0">
              <a:buNone/>
            </a:pPr>
            <a:r>
              <a:rPr dirty="0"/>
              <a:t>• **Rolling** – deploy gradually across batches</a:t>
            </a:r>
          </a:p>
          <a:p>
            <a:pPr marL="0" indent="0">
              <a:buNone/>
            </a:pPr>
            <a:r>
              <a:rPr dirty="0"/>
              <a:t>• **Rolling with additional batch** – avoids downtime</a:t>
            </a:r>
          </a:p>
          <a:p>
            <a:pPr marL="0" indent="0">
              <a:buNone/>
            </a:pPr>
            <a:r>
              <a:rPr dirty="0"/>
              <a:t>• **Immutable** – deploy new instances first for safety</a:t>
            </a:r>
          </a:p>
          <a:p>
            <a:pPr marL="0" indent="0">
              <a:buNone/>
            </a:pPr>
            <a:r>
              <a:rPr dirty="0"/>
              <a:t>• **Blue/Green** – two separate environments for testing and swapping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77B30-9E71-37BD-2B7A-9639968B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**Web Server Environment** – for web applications (uses load balancer)</a:t>
            </a:r>
          </a:p>
          <a:p>
            <a:pPr marL="0" indent="0">
              <a:buNone/>
            </a:pPr>
            <a:r>
              <a:rPr dirty="0"/>
              <a:t>• **Worker Environment** – for background tasks using SQS queues</a:t>
            </a:r>
          </a:p>
          <a:p>
            <a:pPr marL="0" indent="0">
              <a:buNone/>
            </a:pPr>
            <a:r>
              <a:rPr dirty="0"/>
              <a:t>• Both can be connected for complex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0E4E3-F03F-BAE2-F301-B1B542C2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Configure capacity (instance type, scaling policy)</a:t>
            </a:r>
          </a:p>
          <a:p>
            <a:pPr marL="0" indent="0">
              <a:buNone/>
            </a:pPr>
            <a:r>
              <a:rPr dirty="0"/>
              <a:t>• Set environment variables</a:t>
            </a:r>
          </a:p>
          <a:p>
            <a:pPr marL="0" indent="0">
              <a:buNone/>
            </a:pPr>
            <a:r>
              <a:rPr dirty="0"/>
              <a:t>• Manage database connections (RDS integration)</a:t>
            </a:r>
          </a:p>
          <a:p>
            <a:pPr marL="0" indent="0">
              <a:buNone/>
            </a:pPr>
            <a:r>
              <a:rPr dirty="0"/>
              <a:t>• Upload custom configuration files (.</a:t>
            </a:r>
            <a:r>
              <a:rPr dirty="0" err="1"/>
              <a:t>ebextensions</a:t>
            </a:r>
            <a:r>
              <a:rPr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9EF0E-0300-2087-EBA2-CEC7445A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in Elastic Beanstalk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Integrated Auto Scaling support</a:t>
            </a:r>
          </a:p>
          <a:p>
            <a:pPr marL="0" indent="0">
              <a:buNone/>
            </a:pPr>
            <a:r>
              <a:rPr dirty="0"/>
              <a:t>• Scale based on CPU, network, or custom metrics</a:t>
            </a:r>
          </a:p>
          <a:p>
            <a:pPr marL="0" indent="0">
              <a:buNone/>
            </a:pPr>
            <a:r>
              <a:rPr dirty="0"/>
              <a:t>• Horizontal scaling – add/remove instances</a:t>
            </a:r>
          </a:p>
          <a:p>
            <a:pPr marL="0" indent="0">
              <a:buNone/>
            </a:pPr>
            <a:r>
              <a:rPr dirty="0"/>
              <a:t>• Vertical scaling – change instance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CF9A7-7595-738B-B389-81FA2630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Automatically provisions an Elastic Load Balancer</a:t>
            </a:r>
          </a:p>
          <a:p>
            <a:pPr marL="0" indent="0">
              <a:buNone/>
            </a:pPr>
            <a:r>
              <a:rPr dirty="0"/>
              <a:t>• Distributes traffic evenly</a:t>
            </a:r>
          </a:p>
          <a:p>
            <a:pPr marL="0" indent="0">
              <a:buNone/>
            </a:pPr>
            <a:r>
              <a:rPr dirty="0"/>
              <a:t>• Works with health checks and HTTPS termination</a:t>
            </a:r>
          </a:p>
          <a:p>
            <a:pPr marL="0" indent="0">
              <a:buNone/>
            </a:pPr>
            <a:r>
              <a:rPr dirty="0"/>
              <a:t>• Supports sticky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09E15-D960-1573-24C5-CBA6208E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Amazon CloudWatch for metrics (CPU, latency, requests)</a:t>
            </a:r>
          </a:p>
          <a:p>
            <a:pPr marL="0" indent="0">
              <a:buNone/>
            </a:pPr>
            <a:r>
              <a:rPr dirty="0"/>
              <a:t>• CloudWatch Alarms for performance thresholds</a:t>
            </a:r>
          </a:p>
          <a:p>
            <a:pPr marL="0" indent="0">
              <a:buNone/>
            </a:pPr>
            <a:r>
              <a:rPr dirty="0"/>
              <a:t>• Access logs via S3 or Beanstalk console</a:t>
            </a:r>
          </a:p>
          <a:p>
            <a:pPr marL="0" indent="0">
              <a:buNone/>
            </a:pPr>
            <a:r>
              <a:rPr dirty="0"/>
              <a:t>• Enhanced health reporting for better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46CB-7B68-A0F6-B9EF-E6EECF22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IAM roles for Beanstalk environments</a:t>
            </a:r>
          </a:p>
          <a:p>
            <a:pPr marL="0" indent="0">
              <a:buNone/>
            </a:pPr>
            <a:r>
              <a:rPr dirty="0"/>
              <a:t>• Encryption at rest and in transit</a:t>
            </a:r>
          </a:p>
          <a:p>
            <a:pPr marL="0" indent="0">
              <a:buNone/>
            </a:pPr>
            <a:r>
              <a:rPr dirty="0"/>
              <a:t>• Security Groups for instance access control</a:t>
            </a:r>
          </a:p>
          <a:p>
            <a:pPr marL="0" indent="0">
              <a:buNone/>
            </a:pPr>
            <a:r>
              <a:rPr dirty="0"/>
              <a:t>• Integration with AWS Secrets Manager for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E43C8-5D77-69F6-D177-27DB911A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Customizing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configuration files under .</a:t>
            </a:r>
            <a:r>
              <a:rPr dirty="0" err="1"/>
              <a:t>ebextensions</a:t>
            </a:r>
            <a:r>
              <a:rPr dirty="0"/>
              <a:t>/</a:t>
            </a:r>
          </a:p>
          <a:p>
            <a:pPr marL="0" indent="0">
              <a:buNone/>
            </a:pPr>
            <a:r>
              <a:rPr dirty="0"/>
              <a:t>• Define software settings (e.g., Tomcat memory)</a:t>
            </a:r>
          </a:p>
          <a:p>
            <a:pPr marL="0" indent="0">
              <a:buNone/>
            </a:pPr>
            <a:r>
              <a:rPr dirty="0"/>
              <a:t>• Run scripts during deployment</a:t>
            </a:r>
          </a:p>
          <a:p>
            <a:pPr marL="0" indent="0">
              <a:buNone/>
            </a:pPr>
            <a:r>
              <a:rPr dirty="0"/>
              <a:t>• Customize load balancer, logs, and OS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C43B1-F284-618F-2462-0A821DE8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Develop → Package → Deploy → Monitor → Scale → Update</a:t>
            </a:r>
          </a:p>
          <a:p>
            <a:pPr marL="0" indent="0">
              <a:buNone/>
            </a:pPr>
            <a:r>
              <a:rPr dirty="0"/>
              <a:t>• Elastic Beanstalk handles orchestration</a:t>
            </a:r>
          </a:p>
          <a:p>
            <a:pPr marL="0" indent="0">
              <a:buNone/>
            </a:pPr>
            <a:r>
              <a:rPr dirty="0"/>
              <a:t>• Supports CI/CD integrations (</a:t>
            </a:r>
            <a:r>
              <a:rPr dirty="0" err="1"/>
              <a:t>CodePipeline</a:t>
            </a:r>
            <a:r>
              <a:rPr dirty="0"/>
              <a:t>, GitHub, Jenkins)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D16B6-C662-19DB-FDD4-E62CE414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Package application (ZIP or WAR)</a:t>
            </a:r>
          </a:p>
          <a:p>
            <a:pPr marL="0" indent="0">
              <a:buNone/>
            </a:pPr>
            <a:r>
              <a:rPr dirty="0"/>
              <a:t>2. Upload via AWS Console, CLI, or IDE</a:t>
            </a:r>
          </a:p>
          <a:p>
            <a:pPr marL="0" indent="0">
              <a:buNone/>
            </a:pPr>
            <a:r>
              <a:rPr dirty="0"/>
              <a:t>3. Elastic Beanstalk provisions infrastructure</a:t>
            </a:r>
          </a:p>
          <a:p>
            <a:pPr marL="0" indent="0">
              <a:buNone/>
            </a:pPr>
            <a:r>
              <a:rPr dirty="0"/>
              <a:t>4. Application deployed automatically</a:t>
            </a:r>
          </a:p>
          <a:p>
            <a:pPr marL="0" indent="0">
              <a:buNone/>
            </a:pPr>
            <a:r>
              <a:rPr dirty="0"/>
              <a:t>5. Monitor logs and health status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85000-F07E-6AA5-0C02-2CD98F2D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AWS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EC2 – Compute layer</a:t>
            </a:r>
          </a:p>
          <a:p>
            <a:pPr marL="0" indent="0">
              <a:buNone/>
            </a:pPr>
            <a:r>
              <a:rPr dirty="0"/>
              <a:t>• S3 – Application storage</a:t>
            </a:r>
          </a:p>
          <a:p>
            <a:pPr marL="0" indent="0">
              <a:buNone/>
            </a:pPr>
            <a:r>
              <a:rPr dirty="0"/>
              <a:t>• RDS – Relational databases</a:t>
            </a:r>
          </a:p>
          <a:p>
            <a:pPr marL="0" indent="0">
              <a:buNone/>
            </a:pPr>
            <a:r>
              <a:rPr dirty="0"/>
              <a:t>• CloudWatch – Monitoring</a:t>
            </a:r>
          </a:p>
          <a:p>
            <a:pPr marL="0" indent="0">
              <a:buNone/>
            </a:pPr>
            <a:r>
              <a:rPr dirty="0"/>
              <a:t>• CloudFormation – Underlying orchestration</a:t>
            </a:r>
          </a:p>
          <a:p>
            <a:pPr marL="0" indent="0">
              <a:buNone/>
            </a:pPr>
            <a:r>
              <a:rPr dirty="0"/>
              <a:t>• IAM – Security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6D829-AB04-C867-12AE-6EFB60D3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 additional charge for Elastic Beanstalk</a:t>
            </a:r>
          </a:p>
          <a:p>
            <a:pPr marL="0" indent="0">
              <a:buNone/>
            </a:pPr>
            <a:r>
              <a:rPr dirty="0"/>
              <a:t>• Pay for AWS resources used (EC2, RDS, S3, etc.)</a:t>
            </a:r>
          </a:p>
          <a:p>
            <a:pPr marL="0" indent="0">
              <a:buNone/>
            </a:pPr>
            <a:r>
              <a:rPr dirty="0"/>
              <a:t>• Suitable for both small projects and enterprise apps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D50C3-849F-D6F3-3AEC-837C4FDD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environments separate (Dev, Test, Prod)</a:t>
            </a:r>
          </a:p>
          <a:p>
            <a:pPr marL="0" indent="0">
              <a:buNone/>
            </a:pPr>
            <a:r>
              <a:rPr dirty="0"/>
              <a:t>• Automate deployments with CI/CD</a:t>
            </a:r>
          </a:p>
          <a:p>
            <a:pPr marL="0" indent="0">
              <a:buNone/>
            </a:pPr>
            <a:r>
              <a:rPr dirty="0"/>
              <a:t>• Use version control for configurations</a:t>
            </a:r>
          </a:p>
          <a:p>
            <a:pPr marL="0" indent="0">
              <a:buNone/>
            </a:pPr>
            <a:r>
              <a:rPr dirty="0"/>
              <a:t>• Monitor performance and costs</a:t>
            </a:r>
          </a:p>
          <a:p>
            <a:pPr marL="0" indent="0">
              <a:buNone/>
            </a:pPr>
            <a:r>
              <a:rPr dirty="0"/>
              <a:t>• Use blue/green for zero-downtime releases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8C5E4-47F0-7CA0-931B-5CF61B88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 applications (Spring Boot, Node.js)</a:t>
            </a:r>
          </a:p>
          <a:p>
            <a:pPr marL="0" indent="0">
              <a:buNone/>
            </a:pPr>
            <a:r>
              <a:rPr dirty="0"/>
              <a:t>• Microservices deployment</a:t>
            </a:r>
          </a:p>
          <a:p>
            <a:pPr marL="0" indent="0">
              <a:buNone/>
            </a:pPr>
            <a:r>
              <a:rPr dirty="0"/>
              <a:t>• Internal enterprise tools</a:t>
            </a:r>
          </a:p>
          <a:p>
            <a:pPr marL="0" indent="0">
              <a:buNone/>
            </a:pPr>
            <a:r>
              <a:rPr dirty="0"/>
              <a:t>• APIs and backend services</a:t>
            </a:r>
          </a:p>
          <a:p>
            <a:pPr marL="0" indent="0">
              <a:buNone/>
            </a:pPr>
            <a:r>
              <a:rPr dirty="0"/>
              <a:t>• Batch job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D63D9-F29E-E69B-30FE-5136135A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Deploying a Spring Boot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Build Spring Boot project (using Maven or Gradle)</a:t>
            </a:r>
          </a:p>
          <a:p>
            <a:pPr marL="0" indent="0">
              <a:buNone/>
            </a:pPr>
            <a:r>
              <a:rPr dirty="0"/>
              <a:t>2. Generate executable JAR or WAR</a:t>
            </a:r>
          </a:p>
          <a:p>
            <a:pPr marL="0" indent="0">
              <a:buNone/>
            </a:pPr>
            <a:r>
              <a:rPr dirty="0"/>
              <a:t>3. Create Elastic Beanstalk application</a:t>
            </a:r>
          </a:p>
          <a:p>
            <a:pPr marL="0" indent="0">
              <a:buNone/>
            </a:pPr>
            <a:r>
              <a:rPr dirty="0"/>
              <a:t>4. Upload artifact and deploy</a:t>
            </a:r>
          </a:p>
          <a:p>
            <a:pPr marL="0" indent="0">
              <a:buNone/>
            </a:pPr>
            <a:r>
              <a:rPr dirty="0"/>
              <a:t>5. Access application via environment URL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AFAD8-BFCD-1601-CB19-5B3A3BFF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Example: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dirty="0"/>
              <a:t>@SpringBootApplication</a:t>
            </a:r>
          </a:p>
          <a:p>
            <a:pPr marL="0" indent="0">
              <a:buNone/>
            </a:pPr>
            <a:r>
              <a:rPr sz="1800" dirty="0"/>
              <a:t>public class </a:t>
            </a:r>
            <a:r>
              <a:rPr sz="1800" dirty="0" err="1"/>
              <a:t>DemoApplication</a:t>
            </a:r>
            <a:r>
              <a:rPr sz="1800" dirty="0"/>
              <a:t> {</a:t>
            </a:r>
          </a:p>
          <a:p>
            <a:pPr marL="0" indent="0">
              <a:buNone/>
            </a:pPr>
            <a:r>
              <a:rPr sz="1800" dirty="0"/>
              <a:t>    public static void main(String[] </a:t>
            </a:r>
            <a:r>
              <a:rPr sz="1800" dirty="0" err="1"/>
              <a:t>args</a:t>
            </a:r>
            <a:r>
              <a:rPr sz="1800" dirty="0"/>
              <a:t>)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SpringApplication.run</a:t>
            </a:r>
            <a:r>
              <a:rPr sz="1800" dirty="0"/>
              <a:t>(</a:t>
            </a:r>
            <a:r>
              <a:rPr sz="1800" dirty="0" err="1"/>
              <a:t>DemoApplication.class</a:t>
            </a:r>
            <a:r>
              <a:rPr sz="1800" dirty="0"/>
              <a:t>, </a:t>
            </a:r>
            <a:r>
              <a:rPr sz="1800" dirty="0" err="1"/>
              <a:t>args</a:t>
            </a:r>
            <a:r>
              <a:rPr sz="1800" dirty="0"/>
              <a:t>);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}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@RestController</a:t>
            </a:r>
          </a:p>
          <a:p>
            <a:pPr marL="0" indent="0">
              <a:buNone/>
            </a:pPr>
            <a:r>
              <a:rPr sz="1800" dirty="0"/>
              <a:t>class </a:t>
            </a:r>
            <a:r>
              <a:rPr sz="1800" dirty="0" err="1"/>
              <a:t>HelloController</a:t>
            </a:r>
            <a:r>
              <a:rPr sz="1800" dirty="0"/>
              <a:t> {</a:t>
            </a:r>
          </a:p>
          <a:p>
            <a:pPr marL="0" indent="0">
              <a:buNone/>
            </a:pPr>
            <a:r>
              <a:rPr sz="1800" dirty="0"/>
              <a:t>    @GetMapping("/hello")</a:t>
            </a:r>
          </a:p>
          <a:p>
            <a:pPr marL="0" indent="0">
              <a:buNone/>
            </a:pPr>
            <a:r>
              <a:rPr sz="1800" dirty="0"/>
              <a:t>    public String </a:t>
            </a:r>
            <a:r>
              <a:rPr sz="1800" dirty="0" err="1"/>
              <a:t>sayHello</a:t>
            </a:r>
            <a:r>
              <a:rPr sz="1800" dirty="0"/>
              <a:t>() {</a:t>
            </a:r>
          </a:p>
          <a:p>
            <a:pPr marL="0" indent="0">
              <a:buNone/>
            </a:pPr>
            <a:r>
              <a:rPr sz="1800" dirty="0"/>
              <a:t>        return "Hello from AWS Elastic Beanstalk!";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B085C-FF83-4A37-E174-012909E8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Package app: </a:t>
            </a:r>
            <a:r>
              <a:rPr dirty="0" err="1"/>
              <a:t>mvn</a:t>
            </a:r>
            <a:r>
              <a:rPr dirty="0"/>
              <a:t> clean package</a:t>
            </a:r>
          </a:p>
          <a:p>
            <a:pPr marL="0" indent="0">
              <a:buNone/>
            </a:pPr>
            <a:r>
              <a:rPr dirty="0"/>
              <a:t>• Upload WAR/JAR to Elastic Beanstalk console</a:t>
            </a:r>
          </a:p>
          <a:p>
            <a:pPr marL="0" indent="0">
              <a:buNone/>
            </a:pPr>
            <a:r>
              <a:rPr dirty="0"/>
              <a:t>• Configure Tomcat platform (Java 17)</a:t>
            </a:r>
          </a:p>
          <a:p>
            <a:pPr marL="0" indent="0">
              <a:buNone/>
            </a:pPr>
            <a:r>
              <a:rPr dirty="0"/>
              <a:t>• Wait for deployment completion</a:t>
            </a:r>
          </a:p>
          <a:p>
            <a:pPr marL="0" indent="0">
              <a:buNone/>
            </a:pPr>
            <a:r>
              <a:rPr dirty="0"/>
              <a:t>• Test via generated endpoint URL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BD25C-174D-DEE4-51B7-9EB75498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5</TotalTime>
  <Words>907</Words>
  <Application>Microsoft Office PowerPoint</Application>
  <PresentationFormat>On-screen Show (4:3)</PresentationFormat>
  <Paragraphs>162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Wingdings</vt:lpstr>
      <vt:lpstr>Learners Point</vt:lpstr>
      <vt:lpstr>AWS Elastic Beanstalk: Simplifying Application Deployment</vt:lpstr>
      <vt:lpstr>Introduction to AWS Elastic Beanstalk</vt:lpstr>
      <vt:lpstr>Key Benefits of Elastic Beanstalk</vt:lpstr>
      <vt:lpstr>Supported Platforms</vt:lpstr>
      <vt:lpstr>How Elastic Beanstalk Works</vt:lpstr>
      <vt:lpstr>Architecture Overview</vt:lpstr>
      <vt:lpstr>Elastic Beanstalk Components</vt:lpstr>
      <vt:lpstr>Deployment Models</vt:lpstr>
      <vt:lpstr>Environment Types</vt:lpstr>
      <vt:lpstr>Configuration Management</vt:lpstr>
      <vt:lpstr>Scaling in Elastic Beanstalk</vt:lpstr>
      <vt:lpstr>Load Balancing</vt:lpstr>
      <vt:lpstr>Monitoring and Logging</vt:lpstr>
      <vt:lpstr>Security and Permissions</vt:lpstr>
      <vt:lpstr>Customizing Environments</vt:lpstr>
      <vt:lpstr>Application Lifecycle</vt:lpstr>
      <vt:lpstr>Deployment Process Overview</vt:lpstr>
      <vt:lpstr>Integration with AWS Services</vt:lpstr>
      <vt:lpstr>Pricing Overview</vt:lpstr>
      <vt:lpstr>Best Practices</vt:lpstr>
      <vt:lpstr>Use Cases</vt:lpstr>
      <vt:lpstr>Deploying a Spring Boot Application</vt:lpstr>
      <vt:lpstr>Spring Boot Example: Code Snippet</vt:lpstr>
      <vt:lpstr>Demo Flow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14</cp:revision>
  <dcterms:created xsi:type="dcterms:W3CDTF">2013-01-27T09:14:16Z</dcterms:created>
  <dcterms:modified xsi:type="dcterms:W3CDTF">2025-10-14T07:43:19Z</dcterms:modified>
  <cp:category/>
</cp:coreProperties>
</file>